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篇数 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九月</c:v>
                </c:pt>
                <c:pt idx="1">
                  <c:v>十月</c:v>
                </c:pt>
                <c:pt idx="2">
                  <c:v>十一月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org/slide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课程汇报 Course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合成测试演示文稿 Synthetic test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要点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阅读量提升 Reading volume up</a:t>
            </a:r>
          </a:p>
          <a:p>
            <a:pPr lvl="1"/>
            <a:r>
              <a:t>讨论更积极 More discussion</a:t>
            </a:r>
          </a:p>
          <a:p>
            <a:pPr lvl="1"/>
            <a:r>
              <a:t>作业按时 On-time homework</a:t>
            </a:r>
          </a:p>
          <a:p>
            <a:r>
              <a:rPr>
                <a:hlinkClick r:id="rId2"/>
              </a:rPr>
              <a:t>示例链接 example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数据表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班级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均分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一班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二班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图表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图片 Picture</a:t>
            </a:r>
          </a:p>
        </p:txBody>
      </p:sp>
      <p:pic>
        <p:nvPicPr>
          <p:cNvPr id="3" name="Picture 2" descr="fixtur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3657600" cy="243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动画、音频和视频不在预览中播放。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